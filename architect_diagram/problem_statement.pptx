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EAF3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471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Automating DHF / GDP Document Reviews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EAF3FF"/>
                </a:solidFill>
              </a:rPr>
              <a:t>From days of manual checking to minutes of AI-assisted, human-approved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AF3FF"/>
                </a:solidFill>
              </a:rPr>
              <a:t>Stakeholder Briefing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88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Why does this problem exist?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926080" cy="7772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Regulated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18872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</a:rPr>
              <a:t>Medical-device R&amp;D produces Design History Files (DHF) and Good Documentation Practice (GDP) artefacts that must comply with strict templates and writing rules (e.g. 21 CFR 820.30).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926080" cy="7772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Manual review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0312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</a:rPr>
              <a:t>Reviewers spend hours per document checking placeholders, acronyms, date formats, requirement testability, traceability, template structure, etc., across DOCX files of 50–200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2926080" cy="7772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High cost of mistakes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1752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</a:rPr>
              <a:t>Missed defects propagate downstream to V&amp;V, regulatory submissions, and audits — leading to rework, delayed launches, and audit findings.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2926080" cy="7772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93192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</a:rPr>
              <a:t>Hundreds of documents per program, multiple programs in flight; expert reviewers are the bottleneck.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881360" cy="2377440"/>
          </a:xfrm>
          <a:prstGeom prst="roundRect">
            <a:avLst/>
          </a:prstGeom>
          <a:solidFill>
            <a:srgbClr val="EAF3FF"/>
          </a:solidFill>
          <a:ln w="254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</a:rPr>
              <a:t>Reviewing DHF / GDP Word documents for template and writing-quality compliance is slow, inconsistent and expert-dependent. Existing AI tools either miss domain-specific issues, generate too much low-value noise, or — most critically — risk inserting AI-authored content into regulated documents without human approval, which is unacceptable.</a:t>
            </a:r>
          </a:p>
          <a:p>
            <a:pPr algn="l"/>
            <a:r>
              <a:rPr sz="1500">
                <a:solidFill>
                  <a:srgbClr val="0B3D91"/>
                </a:solidFill>
              </a:rPr>
              <a:t/>
            </a:r>
          </a:p>
          <a:p>
            <a:pPr algn="l"/>
            <a:r>
              <a:rPr sz="1500">
                <a:solidFill>
                  <a:srgbClr val="0B3D91"/>
                </a:solidFill>
              </a:rPr>
              <a:t>We need an automated quality-review system that is accurate, context-aware, configurable, and gated by mandatory human review — so reviewers can focus their expertise on the few decisions that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</a:rPr>
              <a:t>What success looks like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3566160" cy="54864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09160"/>
            <a:ext cx="3566160" cy="164592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E7D32"/>
                </a:solidFill>
              </a:rPr>
              <a:t>Cut review turnaround from hours per document to under 30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114800"/>
            <a:ext cx="3566160" cy="54864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Higher-signal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709160"/>
            <a:ext cx="3566160" cy="164592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E7D32"/>
                </a:solidFill>
              </a:rPr>
              <a:t>≤ 5 high-value comments per section; no grammar / noise spam.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114800"/>
            <a:ext cx="3566160" cy="54864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Compliant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709160"/>
            <a:ext cx="3566160" cy="164592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E7D32"/>
                </a:solidFill>
              </a:rPr>
              <a:t>Zero AI text in the DOCX without explicit human approval (HITL gate).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Stakeholder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88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Consolidated from reviewer interviews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715000" cy="457200"/>
          </a:xfrm>
          <a:prstGeom prst="round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Tool reliability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571500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Tool not accessible / server unreachable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Fails on Excel files; PDF output inconsistent with DOCX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Cannot read images / charts; flags whole section empty when one cell is blank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05840"/>
            <a:ext cx="5715000" cy="457200"/>
          </a:xfrm>
          <a:prstGeom prst="roundRect">
            <a:avLst/>
          </a:prstGeom>
          <a:solidFill>
            <a:srgbClr val="E08E00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Comment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71500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Too many low-value comments; grammar dominates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Repetitive / duplicate comments unrelated to context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False positives: figures flagged missing, headings flagged empty, wrong date format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Design docs commented as if they were verification 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794760"/>
            <a:ext cx="5715000" cy="457200"/>
          </a:xfrm>
          <a:prstGeom prst="round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Template &amp;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297680"/>
            <a:ext cx="571500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Outdated templates not recognised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Header / Footer content not parsed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TOC, revision history, authorship, references mis-interpreted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Glossary / Terminology section ignored for acronym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794760"/>
            <a:ext cx="5715000" cy="457200"/>
          </a:xfrm>
          <a:prstGeom prst="roundRect">
            <a:avLst/>
          </a:prstGeom>
          <a:solidFill>
            <a:srgbClr val="E08E00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Capability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297680"/>
            <a:ext cx="571500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No Excel (PLDM, RFS, DMR) support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No Windchill (WC) cross-reference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No document-type awareness; same checks run on every doc type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No user customisation (which checks to run)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Single workflow only — no specialised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Why current approaches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291840" cy="594360"/>
          </a:xfrm>
          <a:prstGeom prst="round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Pure LLM on flat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05156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No structural pre-pass: the model has to *find* the Glossary, the test table, the revision row — it often misses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3291840" cy="594360"/>
          </a:xfrm>
          <a:prstGeom prst="round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 domain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82880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Generic grammar / style checks dominate the output; reviewers tune out and miss the few critical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514600"/>
            <a:ext cx="3291840" cy="594360"/>
          </a:xfrm>
          <a:prstGeom prst="round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 human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60604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AI-authored comments land directly in the DOCX — unacceptable in a regulated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91840"/>
            <a:ext cx="3291840" cy="594360"/>
          </a:xfrm>
          <a:prstGeom prst="round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 deduplication / capping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38328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Same issue reported by multiple checks; reviewers see 150+ comments per document.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69080"/>
            <a:ext cx="3291840" cy="594360"/>
          </a:xfrm>
          <a:prstGeom prst="round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 document-type awareness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16052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Design docs get verification checks (testability, traceability) and vice versa.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846320"/>
            <a:ext cx="3291840" cy="594360"/>
          </a:xfrm>
          <a:prstGeom prst="round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Not productionised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93776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Single-process Flask on a dev box → unreliable access, no audit trail, no scale-out.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Goals &amp; Measurable Success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94760" cy="457200"/>
          </a:xfrm>
          <a:prstGeom prst="roundRect">
            <a:avLst/>
          </a:prstGeom>
          <a:solidFill>
            <a:srgbClr val="0B3D91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960120"/>
            <a:ext cx="3840480" cy="457200"/>
          </a:xfrm>
          <a:prstGeom prst="roundRect">
            <a:avLst/>
          </a:prstGeom>
          <a:solidFill>
            <a:srgbClr val="E08E00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Today (baseline)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840480" cy="45720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3794760" cy="54864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3D91"/>
                </a:solidFill>
              </a:rPr>
              <a:t>Average review time per 80-page DOCX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840480" cy="54864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E08E00"/>
                </a:solidFill>
              </a:rPr>
              <a:t>4–6 hours expert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63040"/>
            <a:ext cx="3840480" cy="54864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E7D32"/>
                </a:solidFill>
              </a:rPr>
              <a:t>≤ 30 min reviewer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03120"/>
            <a:ext cx="3794760" cy="54864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3D91"/>
                </a:solidFill>
              </a:rPr>
              <a:t>Comments shown to reviewer per doc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103120"/>
            <a:ext cx="3840480" cy="54864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E08E00"/>
                </a:solidFill>
              </a:rPr>
              <a:t>150–250 (mostly noise)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103120"/>
            <a:ext cx="3840480" cy="54864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E7D32"/>
                </a:solidFill>
              </a:rPr>
              <a:t>20–40, ranked by severity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43200"/>
            <a:ext cx="3794760" cy="54864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3D91"/>
                </a:solidFill>
              </a:rPr>
              <a:t>AI text inserted without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743200"/>
            <a:ext cx="3840480" cy="54864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E08E00"/>
                </a:solidFill>
              </a:rPr>
              <a:t>Possible (no gate)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743200"/>
            <a:ext cx="3840480" cy="54864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E7D32"/>
                </a:solidFill>
              </a:rPr>
              <a:t>0% (HITL enforced)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83280"/>
            <a:ext cx="3794760" cy="54864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3D91"/>
                </a:solidFill>
              </a:rPr>
              <a:t>False-positive rate (empty sections, missing figures)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383280"/>
            <a:ext cx="3840480" cy="54864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E08E00"/>
                </a:solidFill>
              </a:rPr>
              <a:t>High (~30%)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383280"/>
            <a:ext cx="3840480" cy="54864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E7D32"/>
                </a:solidFill>
              </a:rPr>
              <a:t>&lt; 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23360"/>
            <a:ext cx="3794760" cy="54864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3D91"/>
                </a:solidFill>
              </a:rPr>
              <a:t>Supported formats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023360"/>
            <a:ext cx="3840480" cy="54864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E08E00"/>
                </a:solidFill>
              </a:rPr>
              <a:t>DOCX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023360"/>
            <a:ext cx="3840480" cy="54864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E7D32"/>
                </a:solidFill>
              </a:rPr>
              <a:t>DOCX → Excel → PDF roadmap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663440"/>
            <a:ext cx="3794760" cy="54864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3D91"/>
                </a:solidFill>
              </a:rPr>
              <a:t>Auditability (who approved what, when)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4663440"/>
            <a:ext cx="3840480" cy="54864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E08E00"/>
                </a:solidFill>
              </a:rPr>
              <a:t>None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663440"/>
            <a:ext cx="3840480" cy="54864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E7D32"/>
                </a:solidFill>
              </a:rPr>
              <a:t>Full audit trail per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303520"/>
            <a:ext cx="3794760" cy="54864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3D91"/>
                </a:solidFill>
              </a:rPr>
              <a:t>Availability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5303520"/>
            <a:ext cx="3840480" cy="54864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E08E00"/>
                </a:solidFill>
              </a:rPr>
              <a:t>Dev box / single process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5303520"/>
            <a:ext cx="3840480" cy="54864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E7D32"/>
                </a:solidFill>
              </a:rPr>
              <a:t>99.5%+ on Azure Container Apps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88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What we will and will not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50292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In scope (this initiative)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E7D32"/>
                </a:solidFill>
              </a:rPr>
              <a:t>✓ DOCX quality review (DHF / GDP)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E7D32"/>
                </a:solidFill>
              </a:rPr>
              <a:t>✓ 21 quality checks (10 regex + 11 LLM)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E7D32"/>
                </a:solidFill>
              </a:rPr>
              <a:t>✓ Heading-anchored, severity-ranked, deduplicated comments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E7D32"/>
                </a:solidFill>
              </a:rPr>
              <a:t>✓ Per-cell empty detection in tables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E7D32"/>
                </a:solidFill>
              </a:rPr>
              <a:t>✓ Header + footer parsing for authorship / template ID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E7D32"/>
                </a:solidFill>
              </a:rPr>
              <a:t>✓ Human-in-the-loop approval before any comment is applied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E7D32"/>
                </a:solidFill>
              </a:rPr>
              <a:t>✓ Configurable severity threshold and per-section cap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E7D32"/>
                </a:solidFill>
              </a:rPr>
              <a:t>✓ Per-job enable/disable of individual checks (e.g. AI05 grammar)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E7D32"/>
                </a:solidFill>
              </a:rPr>
              <a:t>✓ Annotated DOCX + Markdown summary report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E7D32"/>
                </a:solidFill>
              </a:rPr>
              <a:t>✓ Audit trail of every accept / reject decision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E7D32"/>
                </a:solidFill>
              </a:rPr>
              <a:t>✓ Production hosting on Microsoft Azure (Container Apps, OpenAI, Postgres, Blob)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05840"/>
            <a:ext cx="5486400" cy="502920"/>
          </a:xfrm>
          <a:prstGeom prst="round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Out of scope (future / separate)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0392B"/>
                </a:solidFill>
              </a:rPr>
              <a:t>✗ Excel format support (PLDM, RFS, DMR) — Phase 3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0392B"/>
                </a:solidFill>
              </a:rPr>
              <a:t>✗ PDF format support — Phase 3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0392B"/>
                </a:solidFill>
              </a:rPr>
              <a:t>✗ Image / chart understanding (GPT-Vision) — Phase 3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0392B"/>
                </a:solidFill>
              </a:rPr>
              <a:t>✗ Windchill (WC) cross-reference connector — Phase 3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0392B"/>
                </a:solidFill>
              </a:rPr>
              <a:t>✗ Multi-tenant / per-tenant prompt library — Phase 4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0392B"/>
                </a:solidFill>
              </a:rPr>
              <a:t>✗ Specialised agents (Requirements, Risk, Traceability) — Phase 4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0392B"/>
                </a:solidFill>
              </a:rPr>
              <a:t>✗ Document authoring assistance (drafting new content)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0392B"/>
                </a:solidFill>
              </a:rPr>
              <a:t>✗ Replacement of QMS review workflow / approvals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0392B"/>
                </a:solidFill>
              </a:rPr>
              <a:t>✗ Translation / multi-language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Stakeholders &amp; Interests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20040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R&amp;D Engineers / Authors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09728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Faster feedback on their drafts; fewer review iterations.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20040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QA Reviewers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82880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Less manual checking; focus on judgement calls, not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320040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Program / Project Managers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56032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Predictable review SLAs; visibility on backlog.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320040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Regulatory /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29184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Demonstrable audit trail; zero unreviewed AI content in final docs.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320040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IT /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02336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Azure-native, managed services, SSO, Key Vault, observability.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320040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Security &amp;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75488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Tenant data in chosen region; private network paths to LLM.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320040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Finance / Sponsor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5486400"/>
            <a:ext cx="8138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Measurable ROI: reviewer hours saved × programs × year.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Phased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88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Incremental delivery, fastest wins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371600" cy="86868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051560"/>
            <a:ext cx="32004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2E7D32"/>
                </a:solidFill>
              </a:rPr>
              <a:t>Fix the noise (done)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188720"/>
            <a:ext cx="6675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Severity threshold • Dedup • Per-section cap • AI05 off by default • Header parsing • Per-cell empty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371600" cy="8686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011680"/>
            <a:ext cx="32004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0078D4"/>
                </a:solidFill>
              </a:rPr>
              <a:t>Context &amp; customisation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148840"/>
            <a:ext cx="6675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Document-type awareness • Structured pre-pass (glossary, tags, tests) • Per-job check selection • Template 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71800"/>
            <a:ext cx="1371600" cy="8686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2971800"/>
            <a:ext cx="32004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0078D4"/>
                </a:solidFill>
              </a:rPr>
              <a:t>Format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3108960"/>
            <a:ext cx="6675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Excel (openpyxl) • PDF (pypdf) • Image / chart understanding • Windchill connector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371600" cy="8686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3931920"/>
            <a:ext cx="32004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0078D4"/>
                </a:solidFill>
              </a:rPr>
              <a:t>Multi-agent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4069080"/>
            <a:ext cx="6675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Specialised LangGraph subgraphs (Requirements, Risk, Traceability, Terminology, Structure)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371600" cy="8686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4892040"/>
            <a:ext cx="32004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0078D4"/>
                </a:solidFill>
              </a:rPr>
              <a:t>Productionisation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5029200"/>
            <a:ext cx="6675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Azure Container Apps • Entra ID SSO • Private Endpoints • Key Vault • App Insights • Bicep IaC + GitHub 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What we are asking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3200400" cy="7772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Endorse the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2560320"/>
            <a:ext cx="7132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Approve scope and success criteria as the basis for this initiative.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83280"/>
            <a:ext cx="3200400" cy="7772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Sponsor the production rollout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474720"/>
            <a:ext cx="7132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Fund hosting (Azure Container Apps, OpenAI, Postgres, Blob, Key Vault, Front Door).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3200400" cy="7772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Nominate champion reviewers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389120"/>
            <a:ext cx="7132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2–3 expert reviewers per business unit to pilot Phase 1 (noise-reduction) on real DHFs.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3200400" cy="7772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Commit to HITL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303520"/>
            <a:ext cx="7132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Confirm that 'no AI text in DOCX without human approval' is a hard organisational rule.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EAF3FF"/>
                </a:solidFill>
              </a:rPr>
              <a:t>Thank you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