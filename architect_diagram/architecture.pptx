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DHF / GDP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EAF3FF"/>
                </a:solidFill>
              </a:rPr>
              <a:t>Production Technical Architecture on Microsoft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FastAPI · LangGraph · Azure OpenAI (GPT-5.1) · PostgreSQL · Blob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AF3FF"/>
                </a:solidFill>
              </a:rPr>
              <a:t>Architecture Overview ·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Goals &amp; Architectural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Regulated-domain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280160"/>
            <a:ext cx="8503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AI-suggested edit must be reviewed by a human before it lands in the DOCX (HITL).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74320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Deterministic + AI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57400"/>
            <a:ext cx="8503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10 regex checks (always-on) + 11 LLM checks (parallel) using Azure OpenAI GPT-5.1.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274320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Stateful, resumable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34640"/>
            <a:ext cx="8503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LangGraph state machine with PostgreSQL checkpointer enables interrupt / resume.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40"/>
            <a:ext cx="274320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Azure-native, managed-first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611880"/>
            <a:ext cx="8503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PaaS only: Container Apps, PostgreSQL Flexible Server, Blob, Key Vault, Monitor.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274320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Secure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389120"/>
            <a:ext cx="8503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Entra ID SSO, Managed Identity, Private Endpoints, Key Vault, WAF via Front Door.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74920"/>
            <a:ext cx="274320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Observable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166360"/>
            <a:ext cx="8503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Structured logs, OpenTelemetry traces, metrics → App Insights + Log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Logical Architecture —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88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User · Application Tier · Data, AI &amp; Platform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194560" cy="5486400"/>
          </a:xfrm>
          <a:prstGeom prst="rect">
            <a:avLst/>
          </a:prstGeom>
          <a:solidFill>
            <a:srgbClr val="EAF3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B3D91"/>
                </a:solidFill>
              </a:rPr>
              <a:t>User &amp;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914400"/>
            <a:ext cx="6400800" cy="5486400"/>
          </a:xfrm>
          <a:prstGeom prst="rect">
            <a:avLst/>
          </a:prstGeom>
          <a:solidFill>
            <a:srgbClr val="FFF6E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9601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B3D91"/>
                </a:solidFill>
              </a:rPr>
              <a:t>Application Tier  (Azure Container Apps · VNet)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914400"/>
            <a:ext cx="2834640" cy="548640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96012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B3D91"/>
                </a:solidFill>
              </a:rPr>
              <a:t>Data, AI &amp;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155448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B3D91"/>
                </a:solidFill>
              </a:rPr>
              <a:t>Reviewer (Browser)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86000"/>
            <a:ext cx="155448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Microsoft Entra ID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(OIDC / SSO)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00400"/>
            <a:ext cx="155448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Front Door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+ WAF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14800"/>
            <a:ext cx="155448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DNS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371600"/>
            <a:ext cx="182880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Static Web Apps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(Flask / React UI)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371600"/>
            <a:ext cx="201168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FastAPI Service (Container App)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/jobs · /review · /download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371600"/>
            <a:ext cx="1645920" cy="6400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Container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377440"/>
            <a:ext cx="6035040" cy="24688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42316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A1B9A"/>
                </a:solidFill>
              </a:rPr>
              <a:t>LangGraph Orchestrator  (Container App · auto-scaled · KEDA)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788920"/>
            <a:ext cx="1188720" cy="822960"/>
          </a:xfrm>
          <a:prstGeom prst="roundRect">
            <a:avLst/>
          </a:prstGeom>
          <a:solidFill>
            <a:srgbClr val="6A1B9A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 load_documents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788920"/>
            <a:ext cx="1188720" cy="822960"/>
          </a:xfrm>
          <a:prstGeom prst="roundRect">
            <a:avLst/>
          </a:prstGeom>
          <a:solidFill>
            <a:srgbClr val="6A1B9A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 run_checks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10 regex + 11 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2788920"/>
            <a:ext cx="1188720" cy="822960"/>
          </a:xfrm>
          <a:prstGeom prst="roundRect">
            <a:avLst/>
          </a:prstGeom>
          <a:solidFill>
            <a:srgbClr val="6A1B9A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 draft_comments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788920"/>
            <a:ext cx="1188720" cy="822960"/>
          </a:xfrm>
          <a:prstGeom prst="roundRect">
            <a:avLst/>
          </a:prstGeom>
          <a:solidFill>
            <a:srgbClr val="FF6B6B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 ⏸ HITL interrupt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886200"/>
            <a:ext cx="1188720" cy="822960"/>
          </a:xfrm>
          <a:prstGeom prst="roundRect">
            <a:avLst/>
          </a:prstGeom>
          <a:solidFill>
            <a:srgbClr val="6A1B9A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 apply_comments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3886200"/>
            <a:ext cx="1188720" cy="822960"/>
          </a:xfrm>
          <a:prstGeom prst="roundRect">
            <a:avLst/>
          </a:prstGeom>
          <a:solidFill>
            <a:srgbClr val="6A1B9A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 save_output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69080" y="3200400"/>
            <a:ext cx="91440" cy="0"/>
          </a:xfrm>
          <a:prstGeom prst="line">
            <a:avLst/>
          </a:prstGeom>
          <a:ln w="22225">
            <a:solidFill>
              <a:srgbClr val="6A1B9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49240" y="3200400"/>
            <a:ext cx="91440" cy="0"/>
          </a:xfrm>
          <a:prstGeom prst="line">
            <a:avLst/>
          </a:prstGeom>
          <a:ln w="22225">
            <a:solidFill>
              <a:srgbClr val="6A1B9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29400" y="3200400"/>
            <a:ext cx="91440" cy="0"/>
          </a:xfrm>
          <a:prstGeom prst="line">
            <a:avLst/>
          </a:prstGeom>
          <a:ln w="22225">
            <a:solidFill>
              <a:srgbClr val="6A1B9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754880" y="3611880"/>
            <a:ext cx="2560320" cy="274320"/>
          </a:xfrm>
          <a:prstGeom prst="line">
            <a:avLst/>
          </a:prstGeom>
          <a:ln w="22225">
            <a:solidFill>
              <a:srgbClr val="6A1B9A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6A1B9A"/>
                </a:solidFill>
              </a:rPr>
              <a:t>resume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49240" y="4297680"/>
            <a:ext cx="91440" cy="0"/>
          </a:xfrm>
          <a:prstGeom prst="line">
            <a:avLst/>
          </a:prstGeom>
          <a:ln w="22225">
            <a:solidFill>
              <a:srgbClr val="6A1B9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32320" y="2194560"/>
            <a:ext cx="1645920" cy="502920"/>
          </a:xfrm>
          <a:prstGeom prst="roundRect">
            <a:avLst/>
          </a:prstGeom>
          <a:solidFill>
            <a:srgbClr val="24292E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GitHub Actions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CI/CD · Bicep IaC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1371600"/>
            <a:ext cx="2560320" cy="77724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Azure OpenAI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GPT-5.1  (Private Endpoint)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2331720"/>
            <a:ext cx="2560320" cy="77724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Blob Storage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DOCX in/out · templates · reports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291840"/>
            <a:ext cx="2560320" cy="91440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DB for PostgreSQL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Flexible Server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jobs · findings · decisions · checkpoints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4389120"/>
            <a:ext cx="1234440" cy="64008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Azure Key Vault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4389120"/>
            <a:ext cx="1234440" cy="64008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 Insights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+ Log Analytics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594360" y="1691640"/>
            <a:ext cx="1554480" cy="1828800"/>
          </a:xfrm>
          <a:prstGeom prst="line">
            <a:avLst/>
          </a:prstGeom>
          <a:ln w="22225">
            <a:solidFill>
              <a:srgbClr val="0B3D9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94360" y="1691640"/>
            <a:ext cx="1554480" cy="914400"/>
          </a:xfrm>
          <a:prstGeom prst="line">
            <a:avLst/>
          </a:prstGeom>
          <a:ln w="22225">
            <a:solidFill>
              <a:srgbClr val="0B3D91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48840" y="1691640"/>
            <a:ext cx="594360" cy="1828800"/>
          </a:xfrm>
          <a:prstGeom prst="line">
            <a:avLst/>
          </a:prstGeom>
          <a:ln w="22225">
            <a:solidFill>
              <a:srgbClr val="0B3D9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1691640"/>
            <a:ext cx="274320" cy="0"/>
          </a:xfrm>
          <a:prstGeom prst="line">
            <a:avLst/>
          </a:prstGeom>
          <a:ln w="22225">
            <a:solidFill>
              <a:srgbClr val="0B3D9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474720" y="2011680"/>
            <a:ext cx="2377440" cy="777240"/>
          </a:xfrm>
          <a:prstGeom prst="line">
            <a:avLst/>
          </a:prstGeom>
          <a:ln w="22225">
            <a:solidFill>
              <a:srgbClr val="0B3D9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629400" y="2720340"/>
            <a:ext cx="2560320" cy="1577340"/>
          </a:xfrm>
          <a:prstGeom prst="line">
            <a:avLst/>
          </a:prstGeom>
          <a:ln w="22225">
            <a:solidFill>
              <a:srgbClr val="2E7D3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349240" y="1760220"/>
            <a:ext cx="3840480" cy="1440180"/>
          </a:xfrm>
          <a:prstGeom prst="line">
            <a:avLst/>
          </a:prstGeom>
          <a:ln w="22225">
            <a:solidFill>
              <a:srgbClr val="2E7D3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909560" y="3200400"/>
            <a:ext cx="1280160" cy="548640"/>
          </a:xfrm>
          <a:prstGeom prst="line">
            <a:avLst/>
          </a:prstGeom>
          <a:ln w="22225">
            <a:solidFill>
              <a:srgbClr val="2E7D32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58000" y="1691640"/>
            <a:ext cx="2331720" cy="1783080"/>
          </a:xfrm>
          <a:prstGeom prst="line">
            <a:avLst/>
          </a:prstGeom>
          <a:ln w="22225">
            <a:solidFill>
              <a:srgbClr val="2E7D32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58000" y="2011680"/>
            <a:ext cx="2331720" cy="2377440"/>
          </a:xfrm>
          <a:prstGeom prst="line">
            <a:avLst/>
          </a:prstGeom>
          <a:ln w="22225">
            <a:solidFill>
              <a:srgbClr val="6A1B9A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778240" y="4389120"/>
            <a:ext cx="1737360" cy="457200"/>
          </a:xfrm>
          <a:prstGeom prst="line">
            <a:avLst/>
          </a:prstGeom>
          <a:ln w="22225">
            <a:solidFill>
              <a:srgbClr val="6A1B9A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4846320" y="1691640"/>
            <a:ext cx="3931920" cy="0"/>
          </a:xfrm>
          <a:prstGeom prst="line">
            <a:avLst/>
          </a:prstGeom>
          <a:ln w="22225">
            <a:solidFill>
              <a:srgbClr val="333333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955280" y="2011680"/>
            <a:ext cx="0" cy="182880"/>
          </a:xfrm>
          <a:prstGeom prst="line">
            <a:avLst/>
          </a:prstGeom>
          <a:ln w="22225">
            <a:solidFill>
              <a:srgbClr val="333333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Solid = data/request flow    Dashed = control / auth / telemetry    Purple block = LangGraph state machine    Green block = Azure managed data &amp;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Component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Static Web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1880" y="103327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Serves the Flask/React review UI; static asset CDN; Entra ID auth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FastAPI Service (Container App)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58191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REST API: upload DOCX, list findings, accept/reject decisions, download annotated DOCX.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LangGraph Orchestrator (Container App)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3055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State machine: load_documents → run_checks → draft_comments → HITL interrupt → apply_comments → save_output.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0604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OpenAI (GPT-5.1)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7919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Hosts LLM deployment used by 11 AI checks; called via Managed Identity over Private Endpoint.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5468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Blob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2783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Stores uploaded DOCX, template DOCX, annotated outputs, and Markdown reports (job-scoped containers).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0332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PostgreSQL Flexible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7647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Persists jobs, findings, human decisions, and LangGraph checkpoints (resumable runs).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5196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Key Vault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32511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OpenAI keys, DB credentials, signing secrets — accessed by Managed Identity (no secrets in code).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80060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App Insights + Log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87375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OpenTelemetry traces from FastAPI &amp; LangGraph, structured logs, latency / error metrics, alerts.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34924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Front Door + WAF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542239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Global entry point, TLS termination, OWASP rules, DDoS protection, custom domain via Azure DNS.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97880"/>
            <a:ext cx="310896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Azure Container Registry + GitHub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97103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Container images built &amp; scanned in CI; Bicep IaC deploys to Container Apps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88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From upload to approved, annotated DOCX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1. Reviewer signs in via Microsoft Entra ID (OIDC) and lands on the SPA served by Azure Static Web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2. SPA POSTs the DOCX + template to FastAPI; the file is streamed into Azure Blob Storage and a 'job' row is written to PostgreSQL.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3. FastAPI starts the LangGraph run; node load_documents reads the DOCX from Blob.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4. run_checks fans out 10 regex checks and 11 LLM checks in parallel; LLM calls hit Azure OpenAI (GPT-5.1) over a Private Endpoint.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5. draft_comments anchors each finding to the nearest heading and produces DraftComment[] (status = pending). State is checkpointed to PostgreSQL.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6. The graph hits the HITL interrupt and pauses. The reviewer fetches drafts via GET /jobs/{id}/review and posts approve / reject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7. On resume, apply_comments inserts ONLY approved comments into the DOCX and save_output writes the annotated file + Markdown report back to Blob.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8. Reviewer downloads the annotated DOCX via GET /jobs/{id}/download. All steps emit traces/metrics to Application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Technology Stack &amp; Hosting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743200" cy="502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7432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Flask / Jinja templates (current)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Optional React migration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Hosted on Azure Static Web Apps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Auth: Entra ID (MSAL.js)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097280"/>
            <a:ext cx="2743200" cy="502920"/>
          </a:xfrm>
          <a:prstGeom prst="roundRect">
            <a:avLst/>
          </a:prstGeom>
          <a:solidFill>
            <a:srgbClr val="6A1B9A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7432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Python 3.11 · FastAPI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LangGraph (orchestration)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python-docx (DOCX I/O)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Hosted on Azure Container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743200" cy="502920"/>
          </a:xfrm>
          <a:prstGeom prst="roundRect">
            <a:avLst/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/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7432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Azure OpenAI · GPT-5.1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PostgreSQL Flexible Server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Azure Blob Storage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LangGraph Postgres checkpointer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097280"/>
            <a:ext cx="2743200" cy="502920"/>
          </a:xfrm>
          <a:prstGeom prst="roundRect">
            <a:avLst/>
          </a:prstGeom>
          <a:solidFill>
            <a:srgbClr val="D79B00"/>
          </a:solidFill>
          <a:ln w="15875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Platform / 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645920"/>
            <a:ext cx="2743200" cy="4114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Azure Key Vault (secrets)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App Insights + Log Analytics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Azure Front Door + WAF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GitHub Actions + Bicep IaC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0B3D91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Hosting: single Azure Resource Group · Container Apps environment in a VNet · Private Endpoints for OpenAI / PostgreSQL / Blob · Multi-region ready via Front Door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Security, Compliance &amp;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37744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188720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Entra ID SSO for users; Managed Identity for service-to-service (no secrets in code).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237744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01952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VNet-injected Container Apps · Private Endpoints for OpenAI, PostgreSQL, Blob · Front Door + WAF at the 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23744"/>
            <a:ext cx="237744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15184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All keys / connection strings in Azure Key Vault, mounted via Managed Identity.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36976"/>
            <a:ext cx="237744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328416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TLS 1.2+ everywhere · Storage and DB encrypted at rest (CMK-ready) · job data scoped per tenant.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50208"/>
            <a:ext cx="237744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HITL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41648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accept / reject decision (who, when, comment id) persisted in PostgreSQL — regulator-friendly.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237744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754880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OpenTelemetry traces, structured logs and metrics → App Insights + Log Analytics; alerts on error rate &amp; LLM latency.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2377440" cy="594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DR / BCP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468112"/>
            <a:ext cx="8869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PostgreSQL geo-redundant backups · Blob RA-GRS · Bicep IaC enables redeploy to a paired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